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521208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&amp; ICAC APPROVED INTERNSHIP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86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1-Month Professional Internship Presentation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94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June 2026 – 07 July 2026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60920" y="777240"/>
            <a:ext cx="4389120" cy="1371600"/>
          </a:xfrm>
          <a:prstGeom prst="roundRect">
            <a:avLst>
              <a:gd name="adj" fmla="val 6667"/>
            </a:avLst>
          </a:prstGeom>
          <a:solidFill>
            <a:srgbClr val="2A3474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635240" y="932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CREDENTIALS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12070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Kamal Negi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17556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25SCS1003004399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60920" y="5394960"/>
            <a:ext cx="4389120" cy="1051560"/>
          </a:xfrm>
          <a:prstGeom prst="roundRect">
            <a:avLst>
              <a:gd name="adj" fmla="val 8696"/>
            </a:avLst>
          </a:prstGeom>
          <a:solidFill>
            <a:srgbClr val="3B5FE0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635240" y="5550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ORGANIZATION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58704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Codec Technologies Pvt. Ltd.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&amp; Internship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5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Details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57400"/>
            <a:ext cx="4617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Kamal Negi
</a:t>
            </a:r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Number: 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25SCS1003004399
</a:t>
            </a:r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2CSE2
</a:t>
            </a:r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Degree: 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(Computer Science &amp; Engineering)
</a:t>
            </a:r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 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41732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5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Profile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057400"/>
            <a:ext cx="4617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
</a:t>
            </a:r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Intern
</a:t>
            </a:r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 AICTE &amp; ICAC Approved Internship
</a:t>
            </a:r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07/06/2026 to 07/07/2026
</a:t>
            </a:r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Recognition: 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Efforts and achievements in completing the program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CERTIFICATE-BACKED PROGRAM DETAILS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80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certificate confirms Kamal Negi's completion of the approved one-month internship program as an Artificial Intelligence Intern.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Profile: Codec Technologies Pvt. Ltd.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02152" cy="2286000"/>
          </a:xfrm>
          <a:prstGeom prst="roundRect">
            <a:avLst>
              <a:gd name="adj" fmla="val 3200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417320"/>
            <a:ext cx="54864" cy="2286000"/>
          </a:xfrm>
          <a:prstGeom prst="rect">
            <a:avLst/>
          </a:prstGeom>
          <a:solidFill>
            <a:srgbClr val="3B5F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5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Organization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certificate identifies Codec Technologies Pvt. Ltd. as the organization from which the certificate was awarded.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79392" y="1417320"/>
            <a:ext cx="3502152" cy="2286000"/>
          </a:xfrm>
          <a:prstGeom prst="roundRect">
            <a:avLst>
              <a:gd name="adj" fmla="val 3200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79392" y="1417320"/>
            <a:ext cx="54864" cy="2286000"/>
          </a:xfrm>
          <a:prstGeom prst="rect">
            <a:avLst/>
          </a:prstGeom>
          <a:solidFill>
            <a:srgbClr val="1E9E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53712" y="164592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Role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53712" y="2057400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Intern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stated directly on the internship certificate.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10144" y="1417320"/>
            <a:ext cx="3502152" cy="2286000"/>
          </a:xfrm>
          <a:prstGeom prst="roundRect">
            <a:avLst>
              <a:gd name="adj" fmla="val 3200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10144" y="1417320"/>
            <a:ext cx="54864" cy="2286000"/>
          </a:xfrm>
          <a:prstGeom prst="rect">
            <a:avLst/>
          </a:prstGeom>
          <a:solidFill>
            <a:srgbClr val="D97B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84464" y="164592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Approval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84464" y="2057400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&amp; ICAC Approved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certificate records the internship as a one-month approved program.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06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26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Anurag Shrivastava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named and signed on the issued certificate of internship.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Program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417320"/>
            <a:ext cx="54864" cy="1234440"/>
          </a:xfrm>
          <a:prstGeom prst="rect">
            <a:avLst/>
          </a:prstGeom>
          <a:solidFill>
            <a:srgbClr val="3B5F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8191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5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47672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79392" y="141732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79392" y="1417320"/>
            <a:ext cx="54864" cy="1234440"/>
          </a:xfrm>
          <a:prstGeom prst="rect">
            <a:avLst/>
          </a:prstGeom>
          <a:solidFill>
            <a:srgbClr val="3B5F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53712" y="158191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5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Date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53712" y="1947672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June 2026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10144" y="141732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10144" y="1417320"/>
            <a:ext cx="54864" cy="1234440"/>
          </a:xfrm>
          <a:prstGeom prst="rect">
            <a:avLst/>
          </a:prstGeom>
          <a:solidFill>
            <a:srgbClr val="3B5F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84464" y="158191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5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Date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84464" y="1947672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July 2026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926080"/>
            <a:ext cx="54864" cy="1234440"/>
          </a:xfrm>
          <a:prstGeom prst="rect">
            <a:avLst/>
          </a:prstGeom>
          <a:solidFill>
            <a:srgbClr val="1E9E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09067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456432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79392" y="292608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79392" y="2926080"/>
            <a:ext cx="54864" cy="1234440"/>
          </a:xfrm>
          <a:prstGeom prst="rect">
            <a:avLst/>
          </a:prstGeom>
          <a:solidFill>
            <a:srgbClr val="1E9E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53712" y="309067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53712" y="3456432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Intern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10144" y="292608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10144" y="2926080"/>
            <a:ext cx="54864" cy="1234440"/>
          </a:xfrm>
          <a:prstGeom prst="rect">
            <a:avLst/>
          </a:prstGeom>
          <a:solidFill>
            <a:srgbClr val="1E9E6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84464" y="309067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284464" y="3456432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&amp; ICAC Approved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251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certificate recognizes the successful completion of the one-month internship program and acknowledges the intern's efforts and achievements.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88720" y="3383280"/>
            <a:ext cx="9784080" cy="0"/>
          </a:xfrm>
          <a:prstGeom prst="line">
            <a:avLst/>
          </a:prstGeom>
          <a:noFill/>
          <a:ln w="38100">
            <a:solidFill>
              <a:srgbClr val="3B5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" y="3264408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B5F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June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8288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Begins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31208" y="3264408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B5F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424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4424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Program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92568" y="3264408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B5F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0560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0560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Program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853928" y="3264408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B5F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96696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July 2026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96696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Ends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37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period: 07/06/2026 to 07/07/2026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417320"/>
            <a:ext cx="54864" cy="1691640"/>
          </a:xfrm>
          <a:prstGeom prst="rect">
            <a:avLst/>
          </a:prstGeom>
          <a:solidFill>
            <a:srgbClr val="3B5F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5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574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certificate identifies the internship domain as Artificial Intelligence and the role as Artificial Intelligence Intern.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4173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80760" y="1417320"/>
            <a:ext cx="54864" cy="1691640"/>
          </a:xfrm>
          <a:prstGeom prst="rect">
            <a:avLst/>
          </a:prstGeom>
          <a:solidFill>
            <a:srgbClr val="1E9E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Internship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0574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one-month approved internship program conducted from 07 June 2026 to 07 July 2026.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4290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SCOPE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749040"/>
            <a:ext cx="54864" cy="1417320"/>
          </a:xfrm>
          <a:prstGeom prst="rect">
            <a:avLst/>
          </a:prstGeom>
          <a:solidFill>
            <a:srgbClr val="3B5F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950208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5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29768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the internship program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79392" y="374904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79392" y="3749040"/>
            <a:ext cx="54864" cy="1417320"/>
          </a:xfrm>
          <a:prstGeom prst="rect">
            <a:avLst/>
          </a:prstGeom>
          <a:solidFill>
            <a:srgbClr val="D97B3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53712" y="3950208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53712" y="429768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Efforts and achievements acknowledged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10144" y="374904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10144" y="3749040"/>
            <a:ext cx="54864" cy="1417320"/>
          </a:xfrm>
          <a:prstGeom prst="rect">
            <a:avLst/>
          </a:prstGeom>
          <a:solidFill>
            <a:srgbClr val="1E9E6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84464" y="3950208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84464" y="429768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certificate issued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Completion &amp; Recognition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certificate states that the internship was completed in recognition of Kamal Negi's efforts and achievements.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02152" cy="1737360"/>
          </a:xfrm>
          <a:prstGeom prst="roundRect">
            <a:avLst>
              <a:gd name="adj" fmla="val 421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286000"/>
            <a:ext cx="54864" cy="1737360"/>
          </a:xfrm>
          <a:prstGeom prst="rect">
            <a:avLst/>
          </a:prstGeom>
          <a:solidFill>
            <a:srgbClr val="3B5F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5146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5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 AICTE &amp; ICAC Approved internship program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79392" y="2286000"/>
            <a:ext cx="3502152" cy="1737360"/>
          </a:xfrm>
          <a:prstGeom prst="roundRect">
            <a:avLst>
              <a:gd name="adj" fmla="val 421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79392" y="2286000"/>
            <a:ext cx="54864" cy="1737360"/>
          </a:xfrm>
          <a:prstGeom prst="rect">
            <a:avLst/>
          </a:prstGeom>
          <a:solidFill>
            <a:srgbClr val="1E9E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53712" y="25146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926080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Intern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0144" y="2286000"/>
            <a:ext cx="3502152" cy="1737360"/>
          </a:xfrm>
          <a:prstGeom prst="roundRect">
            <a:avLst>
              <a:gd name="adj" fmla="val 421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10144" y="2286000"/>
            <a:ext cx="54864" cy="1737360"/>
          </a:xfrm>
          <a:prstGeom prst="rect">
            <a:avLst/>
          </a:prstGeom>
          <a:solidFill>
            <a:srgbClr val="D97B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84464" y="25146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84464" y="2926080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Internship from Codec Technologies Pvt. Ltd.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Manager: </a:t>
            </a:r>
            <a:pPr indent="0" marL="0">
              <a:buNone/>
            </a:pPr>
            <a:r>
              <a:rPr lang="en-US" sz="1500" dirty="0">
                <a:solidFill>
                  <a:srgbClr val="3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Anurag Shrivastava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&amp; Official Verification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0789920" cy="4206240"/>
        </p:xfrm>
        <a:graphic>
          <a:graphicData uri="http://schemas.openxmlformats.org/drawingml/2006/table">
            <a:tbl>
              <a:tblPr/>
              <a:tblGrid>
                <a:gridCol w="3108960"/>
                <a:gridCol w="768096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5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of Internship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5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Issued 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Kamal Negi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5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Codec Technologies Pvt. Ltd.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5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Artificial Intelligence Intern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5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Month AICTE &amp; ICAC Approved Internship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5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07/06/2026 – 07/07/2026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5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Manager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Anurag Shrivastava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Display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389382" y="1344168"/>
            <a:ext cx="7412930" cy="5175504"/>
          </a:xfrm>
          <a:prstGeom prst="roundRect">
            <a:avLst>
              <a:gd name="adj" fmla="val 10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pic>
        <p:nvPicPr>
          <p:cNvPr id="4" name="Image 0" descr="/home/claude/pptxwork/certific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2534" y="1417320"/>
            <a:ext cx="726662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0" y="333756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Kamal Negi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0" y="3840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25SCS1003004399   |   Section: 2CSE2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2026-09-10T18:55:48Z</dcterms:created>
  <dcterms:modified xsi:type="dcterms:W3CDTF">2026-09-10T18:55:48Z</dcterms:modified>
</cp:coreProperties>
</file>